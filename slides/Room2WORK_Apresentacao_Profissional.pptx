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5EB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Room2WORK</a:t>
            </a:r>
          </a:p>
          <a:p>
            <a:pPr>
              <a:defRPr sz="2000">
                <a:solidFill>
                  <a:srgbClr val="E6F0FF"/>
                </a:solidFill>
              </a:defRPr>
            </a:pPr>
            <a:r>
              <a:t>Plataforma para reserva de salas de trabalho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778240" y="1097280"/>
            <a:ext cx="228600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0" y="1216152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15EB7"/>
                </a:solidFill>
              </a:defRPr>
            </a:pPr>
            <a:r>
              <a:t>Projeto Escolar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1828800"/>
            <a:ext cx="32004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2468880"/>
            <a:ext cx="25603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15EB7"/>
                </a:solidFill>
              </a:defRPr>
            </a:pPr>
            <a:r>
              <a:t>R2W</a:t>
            </a:r>
          </a:p>
          <a:p>
            <a:pPr algn="ctr">
              <a:defRPr sz="1800">
                <a:solidFill>
                  <a:srgbClr val="1F2937"/>
                </a:solidFill>
              </a:defRPr>
            </a:pPr>
            <a:r>
              <a:t>Coworking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12648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E6F5"/>
                </a:solidFill>
              </a:defRPr>
            </a:pPr>
            <a:r>
              <a:t>Dezembro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5EB7"/>
          </a:solidFill>
          <a:ln>
            <a:solidFill>
              <a:srgbClr val="115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Introdução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/>
            </a:pPr>
            <a:r>
              <a:t>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914400"/>
            <a:ext cx="103327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F2937"/>
                </a:solidFill>
              </a:defRPr>
            </a:pPr>
            <a:r>
              <a:t>Conectar pessoas que precisam de salas a proprietários de espaços profissionais.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Reservas simples, rápidas e seguras por meio de uma plataforma web.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Foco em coworkings, salas de reunião e ambientes de trabalho temporários.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5EB7"/>
          </a:solidFill>
          <a:ln>
            <a:solidFill>
              <a:srgbClr val="115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Justificativa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/>
            </a:pPr>
            <a:r>
              <a:t>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914400"/>
            <a:ext cx="103327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F2937"/>
                </a:solidFill>
              </a:defRPr>
            </a:pPr>
            <a:r>
              <a:t>Falta de estrutura, ergonomia e privacidade no ambiente doméstico.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Crescimento da procura por espaços flexíveis e modelos de coworking.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Dificuldade de localizar e reservar salas de forma ágil e digital.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5EB7"/>
          </a:solidFill>
          <a:ln>
            <a:solidFill>
              <a:srgbClr val="115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/>
            </a:pPr>
            <a:r>
              <a:t>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914400"/>
            <a:ext cx="103327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F2937"/>
                </a:solidFill>
              </a:defRPr>
            </a:pPr>
            <a:r>
              <a:t>Profissionais autônomos e pequenas equipes buscam ambientes compartilhados.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Existe uma lacuna tecnológica na busca e contratação de salas temporárias.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O mercado valoriza flexibilidade, praticidade e networking.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5EB7"/>
          </a:solidFill>
          <a:ln>
            <a:solidFill>
              <a:srgbClr val="115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Finalidade e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/>
            </a:pPr>
            <a:r>
              <a:t>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914400"/>
            <a:ext cx="103327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F2937"/>
                </a:solidFill>
              </a:defRPr>
            </a:pPr>
            <a:r>
              <a:t>Facilitar o acesso a espaços de trabalho conectando oferta e demanda.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Desenvolver uma plataforma web para intermediar a locação de salas.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Oferecer uma experiência prática, segura e eficiente para usuários e proprietários.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5EB7"/>
          </a:solidFill>
          <a:ln>
            <a:solidFill>
              <a:srgbClr val="115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Metodologia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/>
            </a:pPr>
            <a:r>
              <a:t>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914400"/>
            <a:ext cx="103327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F2937"/>
                </a:solidFill>
              </a:defRPr>
            </a:pPr>
            <a:r>
              <a:t>Pesquisa realizada por questionário online (Google Forms).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Público: alunos, professores, amigos e familiares.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77 avaliações analisadas com dados quantitativos e gráficos.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5EB7"/>
          </a:solidFill>
          <a:ln>
            <a:solidFill>
              <a:srgbClr val="115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Pesquisa • Dados demográficos</a:t>
            </a:r>
          </a:p>
        </p:txBody>
      </p:sp>
      <p:pic>
        <p:nvPicPr>
          <p:cNvPr id="4" name="Picture 3" descr="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303520" cy="2377440"/>
          </a:xfrm>
          <a:prstGeom prst="rect">
            <a:avLst/>
          </a:prstGeom>
        </p:spPr>
      </p:pic>
      <p:pic>
        <p:nvPicPr>
          <p:cNvPr id="5" name="Picture 4" descr="p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14400"/>
            <a:ext cx="5303520" cy="2377440"/>
          </a:xfrm>
          <a:prstGeom prst="rect">
            <a:avLst/>
          </a:prstGeom>
        </p:spPr>
      </p:pic>
      <p:pic>
        <p:nvPicPr>
          <p:cNvPr id="6" name="Picture 5" descr="p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0"/>
            <a:ext cx="5303520" cy="2377440"/>
          </a:xfrm>
          <a:prstGeom prst="rect">
            <a:avLst/>
          </a:prstGeom>
        </p:spPr>
      </p:pic>
      <p:pic>
        <p:nvPicPr>
          <p:cNvPr id="7" name="Picture 6" descr="p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657600"/>
            <a:ext cx="530352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5EB7"/>
          </a:solidFill>
          <a:ln>
            <a:solidFill>
              <a:srgbClr val="115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Validação da ideia</a:t>
            </a:r>
          </a:p>
        </p:txBody>
      </p:sp>
      <p:pic>
        <p:nvPicPr>
          <p:cNvPr id="4" name="Picture 3" descr="p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303520" cy="2377440"/>
          </a:xfrm>
          <a:prstGeom prst="rect">
            <a:avLst/>
          </a:prstGeom>
        </p:spPr>
      </p:pic>
      <p:pic>
        <p:nvPicPr>
          <p:cNvPr id="5" name="Picture 4" descr="p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14400"/>
            <a:ext cx="5303520" cy="2377440"/>
          </a:xfrm>
          <a:prstGeom prst="rect">
            <a:avLst/>
          </a:prstGeom>
        </p:spPr>
      </p:pic>
      <p:pic>
        <p:nvPicPr>
          <p:cNvPr id="6" name="Picture 5" descr="p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0"/>
            <a:ext cx="5303520" cy="2377440"/>
          </a:xfrm>
          <a:prstGeom prst="rect">
            <a:avLst/>
          </a:prstGeom>
        </p:spPr>
      </p:pic>
      <p:pic>
        <p:nvPicPr>
          <p:cNvPr id="7" name="Picture 6" descr="p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657600"/>
            <a:ext cx="530352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5EB7"/>
          </a:solidFill>
          <a:ln>
            <a:solidFill>
              <a:srgbClr val="115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Confiança na plataforma</a:t>
            </a:r>
          </a:p>
        </p:txBody>
      </p:sp>
      <p:pic>
        <p:nvPicPr>
          <p:cNvPr id="4" name="Picture 3" descr="p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5303520" cy="2377440"/>
          </a:xfrm>
          <a:prstGeom prst="rect">
            <a:avLst/>
          </a:prstGeom>
        </p:spPr>
      </p:pic>
      <p:pic>
        <p:nvPicPr>
          <p:cNvPr id="5" name="Picture 4" descr="p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14400"/>
            <a:ext cx="5303520" cy="2377440"/>
          </a:xfrm>
          <a:prstGeom prst="rect">
            <a:avLst/>
          </a:prstGeom>
        </p:spPr>
      </p:pic>
      <p:pic>
        <p:nvPicPr>
          <p:cNvPr id="6" name="Picture 5" descr="p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657600"/>
            <a:ext cx="530352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5EB7"/>
          </a:solidFill>
          <a:ln>
            <a:solidFill>
              <a:srgbClr val="115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566928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1F2937"/>
                </a:solidFill>
              </a:defRPr>
            </a:pPr>
            <a:r>
              <a:t>Há interesse real por uma plataforma de reserva de salas.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Fotos, filtros, chat e avaliações aumentam a confiança do usuário.</a:t>
            </a:r>
          </a:p>
          <a:p>
            <a:pPr>
              <a:defRPr sz="2200">
                <a:solidFill>
                  <a:srgbClr val="1F2937"/>
                </a:solidFill>
              </a:defRPr>
            </a:pPr>
            <a:r>
              <a:t>O Room2WORK propõe uma solução digital para o mercado de coworking.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188720"/>
            <a:ext cx="3474720" cy="3474720"/>
          </a:xfrm>
          <a:prstGeom prst="roundRect">
            <a:avLst/>
          </a:prstGeom>
          <a:solidFill>
            <a:srgbClr val="E9F3FF"/>
          </a:solidFill>
          <a:ln>
            <a:solidFill>
              <a:srgbClr val="115E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1828800"/>
            <a:ext cx="2926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15EB7"/>
                </a:solidFill>
              </a:defRPr>
            </a:pPr>
            <a:r>
              <a:t>Obrigado!</a:t>
            </a:r>
          </a:p>
          <a:p>
            <a:pPr algn="ctr">
              <a:defRPr sz="1800">
                <a:solidFill>
                  <a:srgbClr val="1F2937"/>
                </a:solidFill>
              </a:defRPr>
            </a:pPr>
            <a:r>
              <a:t>Perguntas?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