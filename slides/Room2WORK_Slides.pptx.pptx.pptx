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aret Bold" charset="1" panose="00000000000000000000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_1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_2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_3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_4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96" t="0" r="-1496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_6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_7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074" t="0" r="-3074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_9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18370" y="-462239"/>
            <a:ext cx="5757558" cy="3512106"/>
          </a:xfrm>
          <a:custGeom>
            <a:avLst/>
            <a:gdLst/>
            <a:ahLst/>
            <a:cxnLst/>
            <a:rect r="r" b="b" t="t" l="l"/>
            <a:pathLst>
              <a:path h="3512106" w="5757558">
                <a:moveTo>
                  <a:pt x="0" y="3512106"/>
                </a:moveTo>
                <a:lnTo>
                  <a:pt x="5757558" y="3512106"/>
                </a:lnTo>
                <a:lnTo>
                  <a:pt x="5757558" y="0"/>
                </a:lnTo>
                <a:lnTo>
                  <a:pt x="0" y="0"/>
                </a:lnTo>
                <a:lnTo>
                  <a:pt x="0" y="35121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" t="0" r="-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2391" y="4054507"/>
            <a:ext cx="10158117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REPORTAGEM USADA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2391" y="5181600"/>
            <a:ext cx="11618595" cy="20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6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https://girosa.com.br/mercado-coworking-cresce-flexibilidade-e-networking/?utm_source=chatgpt.com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825396" y="1028700"/>
            <a:ext cx="2433904" cy="958348"/>
          </a:xfrm>
          <a:custGeom>
            <a:avLst/>
            <a:gdLst/>
            <a:ahLst/>
            <a:cxnLst/>
            <a:rect r="r" b="b" t="t" l="l"/>
            <a:pathLst>
              <a:path h="958348" w="2433904">
                <a:moveTo>
                  <a:pt x="0" y="0"/>
                </a:moveTo>
                <a:lnTo>
                  <a:pt x="2433904" y="0"/>
                </a:lnTo>
                <a:lnTo>
                  <a:pt x="2433904" y="958348"/>
                </a:lnTo>
                <a:lnTo>
                  <a:pt x="0" y="9583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9" r="0" b="-99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385" t="0" r="-3385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319401" y="907180"/>
            <a:ext cx="3649199" cy="747293"/>
          </a:xfrm>
          <a:custGeom>
            <a:avLst/>
            <a:gdLst/>
            <a:ahLst/>
            <a:cxnLst/>
            <a:rect r="r" b="b" t="t" l="l"/>
            <a:pathLst>
              <a:path h="747293" w="3649199">
                <a:moveTo>
                  <a:pt x="0" y="0"/>
                </a:moveTo>
                <a:lnTo>
                  <a:pt x="3649198" y="0"/>
                </a:lnTo>
                <a:lnTo>
                  <a:pt x="3649198" y="747293"/>
                </a:lnTo>
                <a:lnTo>
                  <a:pt x="0" y="7472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41400" y="8463753"/>
            <a:ext cx="2017900" cy="794547"/>
          </a:xfrm>
          <a:custGeom>
            <a:avLst/>
            <a:gdLst/>
            <a:ahLst/>
            <a:cxnLst/>
            <a:rect r="r" b="b" t="t" l="l"/>
            <a:pathLst>
              <a:path h="794547" w="2017900">
                <a:moveTo>
                  <a:pt x="0" y="0"/>
                </a:moveTo>
                <a:lnTo>
                  <a:pt x="2017900" y="0"/>
                </a:lnTo>
                <a:lnTo>
                  <a:pt x="2017900" y="794547"/>
                </a:lnTo>
                <a:lnTo>
                  <a:pt x="0" y="7945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14" r="0" b="-31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30955" y="3965096"/>
            <a:ext cx="10626080" cy="22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sz="92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APRESENTAÇÃO DO SITE.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92125" y="1258938"/>
            <a:ext cx="1503740" cy="26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2"/>
              </a:lnSpc>
            </a:pPr>
            <a:r>
              <a:rPr lang="en-US" sz="2352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 SEGUIR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DAHViDgQbLM</dc:identifier>
  <dcterms:modified xsi:type="dcterms:W3CDTF">2011-08-01T06:04:30Z</dcterms:modified>
  <cp:revision>1</cp:revision>
  <dc:title>Room2WORK_Slides.pptx.pptx</dc:title>
</cp:coreProperties>
</file>